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104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3087-79CB-09FB-DA35-1D0D22591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88098-B3AB-9413-576C-406828AF5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7C0AF-2B29-BCE9-DAB4-41072E62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F2334-4522-94CD-067F-3D170923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22055-BD15-C1D6-79D1-306349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574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285B-2B7A-8871-0CDA-AF658AAE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F54BB-F0DB-C1A3-1D6B-DFAEF1E9B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8B60D-70BF-F80A-BE07-EC9D6B0B9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DB797-B004-B89F-261E-55C18674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A6890-CB9E-0B21-5157-ABE91195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6547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0A94-E2F3-0B50-C32C-C16BAFA4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715F7-EB91-E9FA-BADC-7C273E8AF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3D8EB-73D9-2BEB-2CA1-7FBC4EB4A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E5503-6107-9561-AA2A-62005804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AE0FA-7AE9-182F-C6DE-9AF91C36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4370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6F2B-52D3-D8A5-4201-AE370A7D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A4D2D-24DC-961F-EA73-C72EC75E9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784AD-FF3D-B4F4-FBB7-EFFAAA83B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E24AE-5647-965D-6AB8-40A03C7D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A6D8C-891F-72F7-2C8E-FB8DCFF59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925EB-148D-2441-E400-2DC4C857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0679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471F-4C24-E33F-9358-2D07F186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DCD9D-8604-4807-8BEE-9D37A9CAC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D71D6-542A-47F5-379A-7C16EFC8D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B281C6-F97B-A1D7-D81D-F37E761C5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E643EF-72BF-521E-9079-ADBA9DEB6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5B021-6A9F-77C7-8562-3C6B903C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2EE4E-4353-FB98-4D10-0194C61DB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7DE781-EDD8-261A-6CC9-11F6C465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4909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9AA3F-EB8A-C58B-7D61-E8DFE856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B05EF-A791-7FB9-67F1-F6360749E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5CCFF-F0C8-4278-3392-9DDD8220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AEFBA-39BC-4D23-457F-CEC048CC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55312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34141-309B-DB65-2054-34A4F438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5C610-0E89-CC0F-1825-9DE88ED78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34C92-5873-C025-D1E2-4448A6F7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2910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3BF0-7961-791F-9782-EB43ED26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178E3-E0A1-B3DA-AF58-9E1A827BD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3C579-DC08-93F5-4F71-E8C88ACF1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43807-4B98-8E1B-A51B-9CE2E7B04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074D6-757B-81DB-8759-6DC22CCC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FB87C-01FA-C784-9F41-5FBA9050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0828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F854-6E29-83B2-9EE3-83AB6835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287D6-ED8B-EF5E-BDB1-74288CB63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18CA-09F8-7DF7-B4A0-D5AB03B70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B96DE-7541-18FB-25ED-50A0480D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F7491-F291-ECDE-D09F-7978DD6E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ACBE6-0B72-8C21-0DAD-B91A06C8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5460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A824-DB2F-DE35-738F-65499EDF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95C93-FF28-14F7-4D24-0DE5E71BB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99088-D5C8-6C8E-DCEF-53B08160A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E1933-89CA-F5FD-3EAA-22FC46DD8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18EB8-01CD-F3BA-3D40-8ADEDB8F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7894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166A16-B661-F1D0-94A0-958500904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21C89-F6C3-F649-E669-246FC38C4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2510D-70D7-660B-8B09-3C47800F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71117-C0DE-A146-5FC6-B2568047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D2490-97E3-0580-7DB1-D4628AB6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4730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57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02EA8-39E7-95B3-0A3E-7E4CA12B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4F951-E690-8295-3325-BF75FCF4E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9EF93-1084-EF0E-A314-29F34AF75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9C3AC-1AD2-4CF9-837C-18CE39FADE3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00BF4-7D57-EAE7-00DD-46A16588C7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23EAC-0C7E-4F3C-5FD0-51E3C3A96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58011-B737-48AB-8C4B-6EF4DE7C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53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Interpersonal Skills with Employer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1 - Managerial Communication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Learn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Job Interviews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 Workplace Etiquette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 Meetings &amp; Teams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3337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Presentations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9728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5. Negotiations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Interviews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Interview?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meeting where the company asks you questions to decide if you are right for the job.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931920" cy="2286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Stages of Interview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Preparation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Greeting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Questions &amp; Answers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Your Questions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Closing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194560"/>
            <a:ext cx="3931920" cy="2286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Interviews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743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One-to-one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Panel (many people)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Group (many candidates)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Phone/Video call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Tips for Success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Interview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about company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 professionally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10 min early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documents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Interview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 and greet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properly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eye contact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clearly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3017520"/>
            <a:ext cx="3931920" cy="16459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889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Interview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8892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'Thank you'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thank you email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their call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Etiquette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Behave Professionally at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Come on time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Dress properly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 polite &amp; respectful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Listen to others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 desk clean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 team members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Follow office rules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Come late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phone too much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Gossip or complain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Interrupt others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Eat at desk (if not allowed)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 rude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 &amp; Teamwork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Etiquette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Arrive on time  • Bring pen &amp; notebook  • Listen carefully  • Don't interrupt  • Participate &amp; share ideas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931920" cy="20116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 BENEFITS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work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others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ideas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each other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931920" cy="20116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 CHALLENGES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1089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more time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have conflicts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don't work hard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good coordination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Presentations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Present Well in Front of People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850814"/>
            <a:ext cx="274320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25880" y="2033694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25880" y="203369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94809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40529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Know your topic well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Practice many times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Make good slides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850814"/>
            <a:ext cx="274320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297680" y="2033694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7680" y="203369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74720" y="294809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40529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Speak clearly &amp; slowly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Look at audience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hand gestures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850814"/>
            <a:ext cx="274320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69480" y="2033694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69480" y="203369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46520" y="294809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40529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Summarize main points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Answer questions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Thank the audience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Negotiations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Negotiation?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discussion where two people try to reach an agreement that makes both happy.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You want salary of ₹30,000. Company offers ₹25,000. You negotiate and agree on ₹27,500.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Important Parts of Negotiation: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- The topic (salary, work hours, deadline)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- The process (meeting, email, phone call)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WHO - The relationship (be respectful, build trust)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- The reasons (understand why both sides want what they want)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Tips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0515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  Listen Carefully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the other person wants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0515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Be Polite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stay respectful and calm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31920" cy="10515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Know Your Goal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you want before starting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931920" cy="10515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 Think Win-Win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788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solutions that help both sides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931920" cy="10515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Prepare Well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practice before negotiating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3931920" cy="10515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 Stay Positive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get angry or upset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Key Points! 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640080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0" y="18288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Prepare well for interviews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 polite and professional at work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Listen and participate in meetings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Practice your presentation skills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Negotiate with respect and patience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675</TotalTime>
  <Words>526</Words>
  <Application>Microsoft Office PowerPoint</Application>
  <PresentationFormat>On-screen Show (16:9)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Interpersonal Skills with Employer</dc:title>
  <dc:subject>PptxGenJS Presentation</dc:subject>
  <dc:creator>Managerial Communication - Sem 6</dc:creator>
  <cp:lastModifiedBy>Savan Gurjar</cp:lastModifiedBy>
  <cp:revision>4</cp:revision>
  <dcterms:created xsi:type="dcterms:W3CDTF">2026-02-01T19:11:30Z</dcterms:created>
  <dcterms:modified xsi:type="dcterms:W3CDTF">2026-03-25T11:33:54Z</dcterms:modified>
</cp:coreProperties>
</file>